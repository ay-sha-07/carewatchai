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047CD-A453-43B1-BE69-333D3C497AFD}" v="1" dt="2026-06-05T17:40:57.292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>
        <p:scale>
          <a:sx n="75" d="100"/>
          <a:sy n="75" d="100"/>
        </p:scale>
        <p:origin x="120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16003648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Ayisha Muhammed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ayishamuhammed2005@gmail.com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9074282974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Healthcare / AI-Powered Chronic Disease Management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CareWatch</a:t>
            </a:r>
            <a:r>
              <a:rPr lang="en-US" sz="24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– Agentic Chronic Disease Monitoring System</a:t>
            </a:r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5BE976-D777-F15D-29B3-C825DA93D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25" y="3683879"/>
            <a:ext cx="705541" cy="940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AI Agent for Chronic Disease Monitoring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Millions worldwide suffer from chronic conditions—diabetes, hypertension, and heart disease. Managing them requires </a:t>
            </a:r>
            <a:r>
              <a:rPr lang="en-US" b="1" dirty="0"/>
              <a:t>continuous monitoring, timely interventions, and personalized care guidance</a:t>
            </a:r>
            <a:r>
              <a:rPr lang="en-US" dirty="0"/>
              <a:t>. Health data from wearables and EHRs is siloed and hard to interpret. Without </a:t>
            </a:r>
            <a:r>
              <a:rPr lang="en-US" b="1" dirty="0"/>
              <a:t>an intelligent, autonomous monitoring system</a:t>
            </a:r>
            <a:r>
              <a:rPr lang="en-US" dirty="0"/>
              <a:t>, patients miss warning signs and face avoidable hospitalizations. 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Build an </a:t>
            </a:r>
            <a:r>
              <a:rPr lang="en-US" b="1" dirty="0"/>
              <a:t>AI-powered Chronic Disease Monitoring Agent</a:t>
            </a:r>
            <a:r>
              <a:rPr lang="en-US" dirty="0"/>
              <a:t> that delivers </a:t>
            </a:r>
            <a:r>
              <a:rPr lang="en-US" b="1" dirty="0"/>
              <a:t>real-time health monitoring, predictive alerts, and personalized care guidance</a:t>
            </a:r>
            <a:r>
              <a:rPr lang="en-US" dirty="0"/>
              <a:t> for individuals, families, and health professionals. The solution should: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Real-Time Health Monitoring</a:t>
            </a:r>
            <a:r>
              <a:rPr lang="en-US" dirty="0"/>
              <a:t> – Continuously analyze wearable data (glucose, BP, heart rate) and flag anomalies against patient baselines.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RAG-Based Medical Knowledge</a:t>
            </a:r>
            <a:r>
              <a:rPr lang="en-US" dirty="0"/>
              <a:t> – Retrieve WHO/ICMR guidelines and clinical protocols to ground all AI responses in trusted data.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Predictive Risk Alerts</a:t>
            </a:r>
            <a:r>
              <a:rPr lang="en-US" dirty="0"/>
              <a:t> – Predict deterioration events 24–48 hours ahead using time-series pattern detection.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Dual-Mode Reporting</a:t>
            </a:r>
            <a:r>
              <a:rPr lang="en-US" dirty="0"/>
              <a:t> – Generate plain-language alerts for patients and structured clinical summaries for doctors.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Multi-Agent Architecture</a:t>
            </a:r>
            <a:r>
              <a:rPr lang="en-US" dirty="0"/>
              <a:t> –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Ingestion Agent</a:t>
            </a:r>
            <a:r>
              <a:rPr lang="en-US" dirty="0"/>
              <a:t> (streams wearable + EHR data)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Analysis Agent</a:t>
            </a:r>
            <a:r>
              <a:rPr lang="en-US" dirty="0"/>
              <a:t> (anomaly detection + trend analysis)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RAG Knowledge Agent</a:t>
            </a:r>
            <a:r>
              <a:rPr lang="en-US" dirty="0"/>
              <a:t> (retrieves clinical guidelines)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Alert &amp; Recommendation Agent</a:t>
            </a:r>
            <a:r>
              <a:rPr lang="en-US" dirty="0"/>
              <a:t> (generates patient &amp; doctor summaries)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Longitudinal Dashboard</a:t>
            </a:r>
            <a:r>
              <a:rPr lang="en-US" dirty="0"/>
              <a:t> – Visualize longitudinal health trends, risk scores, and medication adherence over time. 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CareWatch AI – Chronic Disease Monitoring Agent</a:t>
            </a:r>
          </a:p>
          <a:p>
            <a:r>
              <a:rPr lang="en-US" dirty="0"/>
              <a:t>The proposed solution is a </a:t>
            </a:r>
            <a:r>
              <a:rPr lang="en-US" b="1" dirty="0"/>
              <a:t>multi-agent AI-powered Chronic Disease Monitoring System</a:t>
            </a:r>
            <a:r>
              <a:rPr lang="en-US" dirty="0"/>
              <a:t> built using </a:t>
            </a:r>
            <a:r>
              <a:rPr lang="en-US" b="1" dirty="0" err="1"/>
              <a:t>LangChain + CrewAI</a:t>
            </a:r>
            <a:r>
              <a:rPr lang="en-US" b="1" dirty="0"/>
              <a:t>, IBM watsonx.ai, and IBM Granite Models</a:t>
            </a:r>
            <a:r>
              <a:rPr lang="en-US" dirty="0"/>
              <a:t> to provide real-time chronic disease monitoring, predictive alerts, and personalized care guidance. The system addresses the critical gap in continuous patient monitoring through an intelligent, modular multi-agent architecture.</a:t>
            </a:r>
          </a:p>
          <a:p>
            <a:r>
              <a:rPr lang="en-US" dirty="0"/>
              <a:t>At its core, the solution uses a </a:t>
            </a:r>
            <a:r>
              <a:rPr lang="en-US" b="1" dirty="0"/>
              <a:t>Retrieval-Augmented Generation (RAG)</a:t>
            </a:r>
            <a:r>
              <a:rPr lang="en-US" dirty="0"/>
              <a:t> pipeline retrieves verified clinical guidelines from WHO, ICMR, and medical journals. This data is embedded into a vector database (ChromaDB), enabling context-aware responses grounded in trusted medical knowledge using Granite models.</a:t>
            </a:r>
          </a:p>
          <a:p>
            <a:r>
              <a:rPr lang="en-US" dirty="0"/>
              <a:t>The system consists of four specialized agents:</a:t>
            </a:r>
          </a:p>
          <a:p>
            <a:r>
              <a:rPr lang="en-US" b="1" dirty="0"/>
              <a:t>Ingestion Agent</a:t>
            </a:r>
            <a:r>
              <a:rPr lang="en-US" dirty="0"/>
              <a:t> ingests and normalizes real-time streams from simulated wearables (glucose, BP, heart rate, SpO2). </a:t>
            </a:r>
          </a:p>
          <a:p>
            <a:r>
              <a:rPr lang="en-US" b="1" dirty="0"/>
              <a:t>Analysis Agent</a:t>
            </a:r>
            <a:r>
              <a:rPr lang="en-US" dirty="0"/>
              <a:t> performs anomaly detection using statistical thresholds and ML models, flagging deviations from patient baselines. </a:t>
            </a:r>
          </a:p>
          <a:p>
            <a:r>
              <a:rPr lang="en-US" b="1" dirty="0"/>
              <a:t>RAG Knowledge Agent</a:t>
            </a:r>
            <a:r>
              <a:rPr lang="en-US" dirty="0"/>
              <a:t> queries clinical databases to provide evidence-based explanations and care protocols for detected conditions. </a:t>
            </a:r>
          </a:p>
          <a:p>
            <a:r>
              <a:rPr lang="en-US" b="1" dirty="0"/>
              <a:t>Alert &amp; Recommendation Agent</a:t>
            </a:r>
            <a:r>
              <a:rPr lang="en-US" dirty="0"/>
              <a:t> generates dual-mode outputs: plain-language summaries for patients and structured clinical reports for doctors, with urgency triage. </a:t>
            </a:r>
          </a:p>
          <a:p>
            <a:r>
              <a:rPr lang="en-US" dirty="0"/>
              <a:t>The solution includes a </a:t>
            </a:r>
            <a:r>
              <a:rPr lang="en-US" b="1" dirty="0"/>
              <a:t>React-based monitoring dashboard</a:t>
            </a:r>
            <a:r>
              <a:rPr lang="en-US" dirty="0"/>
              <a:t> that visualizes </a:t>
            </a:r>
            <a:r>
              <a:rPr lang="en-US" dirty="0" err="1"/>
              <a:t>longitudinal health trends, risk scores, and medication adherence. Built with FastAPI + React</a:t>
            </a:r>
            <a:r>
              <a:rPr lang="en-US" dirty="0"/>
              <a:t> for scalable deployment.</a:t>
            </a:r>
          </a:p>
          <a:p>
            <a:r>
              <a:rPr lang="en-US" dirty="0" err="1"/>
              <a:t>LangChain + CrewAI</a:t>
            </a:r>
            <a:r>
              <a:rPr lang="en-US" dirty="0"/>
              <a:t> orchestrates multi-agent workflows, while IBM watsonx.ai handles model deployment, embeddings, and AI governance. IBM Granite powers clinical reasoning, summarization, and alert generation.</a:t>
            </a:r>
          </a:p>
          <a:p>
            <a:r>
              <a:rPr lang="en-US" dirty="0"/>
              <a:t>Overall, this solution delivers an </a:t>
            </a:r>
            <a:r>
              <a:rPr lang="en-US" b="1" dirty="0"/>
              <a:t>end-to-end intelligent chronic care platform</a:t>
            </a:r>
            <a:r>
              <a:rPr lang="en-US" dirty="0"/>
              <a:t> that enables proactive patient management, reduces hospital admissions, and bridges the gap between patients and providers.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LangChain / CrewAI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Components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Health Data Ingestion Node </a:t>
            </a:r>
            <a:r>
              <a:rPr lang="en-US" dirty="0"/>
              <a:t>– Accepts simulated wearable streams (glucose, BP, heart rate) and patient profile inputs via REST API.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Orchestrates all agents via CrewAI; routes health data to the Analysis Agent and triggers RAG lookups using IBM Granite. </a:t>
            </a:r>
          </a:p>
          <a:p>
            <a:endParaRPr lang="en-US" dirty="0"/>
          </a:p>
          <a:p>
            <a:r>
              <a:rPr lang="en-US" b="1" dirty="0"/>
              <a:t>3) IBM Granite Model - </a:t>
            </a:r>
            <a:r>
              <a:rPr lang="en-US" dirty="0"/>
              <a:t>granite-3-2-8b-instruct → Powers clinical reasoning, alert generation, and patient report summarization</a:t>
            </a:r>
          </a:p>
          <a:p>
            <a:endParaRPr lang="en-US" dirty="0"/>
          </a:p>
          <a:p>
            <a:r>
              <a:rPr lang="en-US" b="1" dirty="0"/>
              <a:t>4) Alert &amp; Report Output -</a:t>
            </a:r>
            <a:r>
              <a:rPr lang="en-US" dirty="0"/>
              <a:t>Delivers dual-mode outputs: patient-friendly plain-language alerts and structured clinical summaries for doctors. </a:t>
            </a:r>
          </a:p>
          <a:p>
            <a:endParaRPr lang="en-US" dirty="0"/>
          </a:p>
          <a:p>
            <a:r>
              <a:rPr lang="en-US" b="1" dirty="0"/>
              <a:t>5) ChromaDB Vector Store - </a:t>
            </a:r>
            <a:r>
              <a:rPr lang="en-US" dirty="0"/>
              <a:t>Stores embeddings of clinical guidelines (WHO, ICMR) for RAG retrieval; enables semantic search on medical protocols.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6) FastAPI Backend + React Dashboard - Exposes agent pipeline via REST API; visualizes longitudinal health trends and risk scores in real time.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4E97F6-56F7-A52C-BF59-988737899C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307"/>
          <a:stretch>
            <a:fillRect/>
          </a:stretch>
        </p:blipFill>
        <p:spPr>
          <a:xfrm>
            <a:off x="361172" y="989870"/>
            <a:ext cx="11469656" cy="554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6B698-DBAC-029A-06DE-63329524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30" y="771747"/>
            <a:ext cx="10429095" cy="5869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CareWatch</a:t>
            </a:r>
          </a:p>
          <a:p>
            <a:r>
              <a:rPr lang="en-US" b="1" dirty="0"/>
              <a:t>Agentic AI</a:t>
            </a:r>
            <a:r>
              <a:rPr lang="en-US" dirty="0"/>
              <a:t> enables CareWatch to function as a proactive, autonomous health guardian rather than a passive data logger. Using </a:t>
            </a:r>
            <a:r>
              <a:rPr lang="en-US" b="1" dirty="0"/>
              <a:t>IBM watsonx.ai</a:t>
            </a:r>
            <a:r>
              <a:rPr lang="en-US" dirty="0"/>
              <a:t> and </a:t>
            </a:r>
            <a:r>
              <a:rPr lang="en-US" b="1" dirty="0"/>
              <a:t>IBM Granite models</a:t>
            </a:r>
            <a:r>
              <a:rPr lang="en-US" dirty="0"/>
              <a:t>, it coordinates four specialized agents that collectively monitor, analyze, and respond to patient health events in real time.</a:t>
            </a:r>
          </a:p>
          <a:p>
            <a:r>
              <a:rPr lang="en-US" dirty="0"/>
              <a:t>Each agent owns a distinct responsibility—ingesting wearable streams, detecting anomalies, retrieving clinical evidence, and generating alerts—while sharing a common memory layer for longitudinal context. This </a:t>
            </a:r>
            <a:r>
              <a:rPr lang="en-US" b="1" dirty="0"/>
              <a:t>multi-agent approach</a:t>
            </a:r>
            <a:r>
              <a:rPr lang="en-US" dirty="0"/>
              <a:t> enables the system to reason across days and weeks of patient history, not just individual events.</a:t>
            </a:r>
          </a:p>
          <a:p>
            <a:r>
              <a:rPr lang="en-US" dirty="0"/>
              <a:t>Agentic AI also brings </a:t>
            </a:r>
            <a:r>
              <a:rPr lang="en-US" b="1" dirty="0"/>
              <a:t>temporal context awareness</a:t>
            </a:r>
            <a:r>
              <a:rPr lang="en-US" dirty="0"/>
              <a:t>, understanding each patient's medical history, medication schedule, and condition-specific baselines to personalize every alert. It supports </a:t>
            </a:r>
            <a:r>
              <a:rPr lang="en-US" b="1" dirty="0"/>
              <a:t>real-time adaptation</a:t>
            </a:r>
            <a:r>
              <a:rPr lang="en-US" dirty="0"/>
              <a:t>, updating risk models as new vitals arrive and learning from clinician feedback over time.</a:t>
            </a:r>
          </a:p>
          <a:p>
            <a:r>
              <a:rPr lang="en-US" dirty="0"/>
              <a:t>The inter-agent communication pattern means a spike in glucose can automatically trigger a RAG lookup for diabetic protocols, which then informs the alert content—all without human intervention.</a:t>
            </a:r>
          </a:p>
          <a:p>
            <a:r>
              <a:rPr lang="en-US" dirty="0"/>
              <a:t>Overall, Agentic AI transforms CareWatch from a static dashboard into a dynamic, intelligent care coordinator—acting like a </a:t>
            </a:r>
            <a:r>
              <a:rPr lang="en-US" b="1" dirty="0"/>
              <a:t>24/7 clinical copilot</a:t>
            </a:r>
            <a:r>
              <a:rPr lang="en-US" dirty="0"/>
              <a:t> that catches what doctors miss and empowers patients to take control of their chronic conditions.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7E6FB-ED75-A01B-AAB9-F2D85837CB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51" t="3814" r="9643" b="3814"/>
          <a:stretch>
            <a:fillRect/>
          </a:stretch>
        </p:blipFill>
        <p:spPr>
          <a:xfrm>
            <a:off x="8554865" y="1196649"/>
            <a:ext cx="3015343" cy="4523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LangChain + CrewAI</a:t>
            </a:r>
            <a:r>
              <a:rPr lang="en-US" sz="1800" b="1" dirty="0"/>
              <a:t> platform </a:t>
            </a:r>
            <a:r>
              <a:rPr lang="en-US" sz="1800" dirty="0"/>
              <a:t>– For building multi-agent pipelines; CrewAI defines agent roles, tasks, and inter-agent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Granite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ibm/granite-3-2-8b-instruct – Powers clinical NLU, anomaly explanation, and alert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Hosts the entire CareWatch stack. Provides scalable compute, managed databases, and </a:t>
            </a:r>
            <a:r>
              <a:rPr lang="en-US" sz="1800" b="1" dirty="0"/>
              <a:t>HIPAA-compliant security posture</a:t>
            </a:r>
            <a:r>
              <a:rPr lang="en-US" sz="1800" dirty="0"/>
              <a:t> suitable for healthcare workloads.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retrieve verified clinical guidelines before generating patient or doctor responses</a:t>
            </a:r>
            <a:r>
              <a:rPr lang="en-US" sz="1800" dirty="0"/>
              <a:t>, reducing hallucination risk in a high-stakes medical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Model deployment, text embeddings (for RAG), and AI governance ensuring explainability of clinical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(ChromaDB) – Stores embeddings of 500+ medical guidelines; enables sub-100ms semantic retrieval for RAG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CareWatch stands out by combining </a:t>
            </a:r>
            <a:r>
              <a:rPr lang="en-IN" sz="1800" b="1" dirty="0"/>
              <a:t>Agentic AI, RAG-grounded medical knowledge, and predictive analytics</a:t>
            </a:r>
            <a:r>
              <a:rPr lang="en-IN" sz="1800" dirty="0"/>
              <a:t> into a healthcare-grade chronic disease platform.</a:t>
            </a:r>
          </a:p>
          <a:p>
            <a:endParaRPr lang="en-IN" sz="1800" dirty="0"/>
          </a:p>
          <a:p>
            <a:r>
              <a:rPr lang="en-IN" sz="1800" b="1" dirty="0"/>
              <a:t>Multi-Agent Architecture</a:t>
            </a:r>
            <a:r>
              <a:rPr lang="en-IN" sz="1800" dirty="0"/>
              <a:t> – Four agents with distinct roles (Ingestion, Analysis, Knowledge, Alert) coordinate autonomously, enabling robust and parallelized health monitoring </a:t>
            </a:r>
          </a:p>
          <a:p>
            <a:r>
              <a:rPr lang="en-IN" sz="1800" b="1" dirty="0"/>
              <a:t>Clinically Grounded RAG</a:t>
            </a:r>
            <a:r>
              <a:rPr lang="en-IN" sz="1800" dirty="0"/>
              <a:t> – Every AI response is grounded in verified sources (WHO, ICMR, Mayo Clinic), critically reducing hallucination risk in a medical context </a:t>
            </a:r>
          </a:p>
          <a:p>
            <a:r>
              <a:rPr lang="en-IN" sz="1800" b="1" dirty="0"/>
              <a:t>Longitudinal Patient Memory</a:t>
            </a:r>
            <a:r>
              <a:rPr lang="en-IN" sz="1800" dirty="0"/>
              <a:t> – The system reasons across weeks of health history, not just the latest reading, enabling trend-based risk assessment </a:t>
            </a:r>
          </a:p>
          <a:p>
            <a:r>
              <a:rPr lang="en-IN" sz="1800" b="1" dirty="0"/>
              <a:t>Predictive Early Warning</a:t>
            </a:r>
            <a:r>
              <a:rPr lang="en-IN" sz="1800" dirty="0"/>
              <a:t> – Detects deterioration patterns 24–48 hours before critical events, enabling proactive intervention rather than reactive treatment  </a:t>
            </a:r>
          </a:p>
          <a:p>
            <a:r>
              <a:rPr lang="en-IN" sz="1800" b="1" dirty="0"/>
              <a:t>Dual-Mode Output</a:t>
            </a:r>
            <a:r>
              <a:rPr lang="en-IN" sz="1800" dirty="0"/>
              <a:t> – Generates patient-friendly plain language alerts AND structured clinical summaries for doctors—bridging the communication gap </a:t>
            </a:r>
          </a:p>
          <a:p>
            <a:r>
              <a:rPr lang="en-IN" sz="1800" b="1" dirty="0"/>
              <a:t>Disease-Specific Intelligence</a:t>
            </a:r>
            <a:r>
              <a:rPr lang="en-IN" sz="1800" dirty="0"/>
              <a:t> – Separate knowledge bases for diabetes, hypertension, and cardiac conditions ensure domain-accurate recommendations </a:t>
            </a:r>
          </a:p>
          <a:p>
            <a:r>
              <a:rPr lang="en-IN" sz="1800" b="1" dirty="0"/>
              <a:t>Scalable &amp; Enterprise-Ready</a:t>
            </a:r>
            <a:r>
              <a:rPr lang="en-IN" sz="1800" dirty="0"/>
              <a:t> – Deployed on </a:t>
            </a:r>
            <a:r>
              <a:rPr lang="en-IN" sz="1800" b="1" dirty="0"/>
              <a:t>IBM watsonx.ai</a:t>
            </a:r>
            <a:r>
              <a:rPr lang="en-IN" sz="1800" dirty="0"/>
              <a:t> with </a:t>
            </a:r>
            <a:r>
              <a:rPr lang="en-IN" sz="1800" b="1" dirty="0"/>
              <a:t>IBM Granite models</a:t>
            </a:r>
            <a:r>
              <a:rPr lang="en-IN" sz="1800" dirty="0"/>
              <a:t>, with built-in AI governance and explainability for every clinical recommendation </a:t>
            </a:r>
          </a:p>
          <a:p>
            <a:endParaRPr lang="en-IN" sz="1800" dirty="0"/>
          </a:p>
          <a:p>
            <a:r>
              <a:rPr lang="en-IN" sz="1800" dirty="0"/>
              <a:t>This makes CareWatch a </a:t>
            </a:r>
            <a:r>
              <a:rPr lang="en-IN" sz="1800" b="1" dirty="0"/>
              <a:t>production-grade, explainable AI health platform</a:t>
            </a:r>
            <a:r>
              <a:rPr lang="en-IN" sz="1800" dirty="0"/>
              <a:t>—not just a monitoring dashboard, but an intelligent clinical partner.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https://github.com/Ay-sha-07/CareWatchAI.git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yourproblemstatement.pdf file 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4)other files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included in the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Real Wearable Device Integration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synthetic data streams with live integration to FDA-approved devices (Apple Watch, Dexcom CGM, Omron BP monitors) via Bluetooth/HL7 FHIR APIs. This would enable true real-world deployment with clinically validated sensor data.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EHR Integration &amp; Hospital Deployment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CareWatch to hospital Electronic Health Records (EPIC, OpenMRS) to incorporate lab results, medications, and clinical notes into the monitoring pipeline. This would enable full clinical-grade deployment in a hospital or telemedicine setting.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1533</Words>
  <Application>Microsoft Office PowerPoint</Application>
  <PresentationFormat>Widescreen</PresentationFormat>
  <Paragraphs>127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Ayisha Muhammed</cp:lastModifiedBy>
  <cp:revision>22</cp:revision>
  <dcterms:created xsi:type="dcterms:W3CDTF">2025-07-08T05:06:56Z</dcterms:created>
  <dcterms:modified xsi:type="dcterms:W3CDTF">2026-06-05T17:43:37Z</dcterms:modified>
</cp:coreProperties>
</file>